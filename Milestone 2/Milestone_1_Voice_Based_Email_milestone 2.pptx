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notesMasterIdLst>
    <p:notesMasterId r:id="rId30"/>
  </p:notesMasterIdLst>
  <p:sldIdLst>
    <p:sldId id="256" r:id="rId2"/>
    <p:sldId id="273" r:id="rId3"/>
    <p:sldId id="276" r:id="rId4"/>
    <p:sldId id="257" r:id="rId5"/>
    <p:sldId id="274" r:id="rId6"/>
    <p:sldId id="259" r:id="rId7"/>
    <p:sldId id="260" r:id="rId8"/>
    <p:sldId id="261" r:id="rId9"/>
    <p:sldId id="267" r:id="rId10"/>
    <p:sldId id="266" r:id="rId11"/>
    <p:sldId id="275" r:id="rId12"/>
    <p:sldId id="268" r:id="rId13"/>
    <p:sldId id="269" r:id="rId14"/>
    <p:sldId id="263" r:id="rId15"/>
    <p:sldId id="270" r:id="rId16"/>
    <p:sldId id="271" r:id="rId17"/>
    <p:sldId id="265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1447C-04AC-4242-B8FB-DC5A26E87ED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1B9AE-C709-4022-8EB2-B5DDEFFCF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4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1B9AE-C709-4022-8EB2-B5DDEFFCF4E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90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6110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7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9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2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0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4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5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0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6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50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2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1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10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91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9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&amp; Messaging Assistant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 Free Communication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645920" y="1577340"/>
            <a:ext cx="6400800" cy="389922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:Setup and Authentication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 Weeks 1-2 January 2026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Vedanti Nagesh Lavekar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Santhiya  Krishnasamy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F448-D904-8432-92B3-50959433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1589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6FB1BC-CB11-916C-B195-16CAF7481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535" y="1134030"/>
            <a:ext cx="6302478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1 Overview &amp; Deliverables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1 Key Achievements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3048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D5EA-232F-2BED-4E7B-902680DF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209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Timeline - Milestone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2D3E-753E-2D8B-B2FA-ABA17646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04335"/>
            <a:ext cx="7704667" cy="44954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Weeks 1–2 (January 2026)</a:t>
            </a: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and problem understanding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Finalization of project scope and objectives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design (Three-Tier Architecture)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 (User &amp;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tables)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setup using Flask framework</a:t>
            </a: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user registration and login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speech-to-text and text-to-speech modules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authentication setup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voice command flow implementation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 and initial testing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review and documentation</a:t>
            </a:r>
          </a:p>
          <a:p>
            <a:pPr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7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2"/>
            <a:ext cx="7704667" cy="1873044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9E62D-5354-DE8A-9BB4-31493640A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0542" y="1951497"/>
            <a:ext cx="7266039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voice-based system for managing email and messaging tasks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hands-free interaction using speech recognition and text-to-speech.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keyboard and mouse-based communication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authentication using credentials and facial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a three-tier architecture for scalability and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F72E-067D-680E-EDB5-F50CD280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73276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B00E9C-D752-78AD-7B3D-A4E903408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1295116"/>
            <a:ext cx="770466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email and messaging systems rely heavily on keyboard and mouse input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difficult to use for visually impaired users and hands-free environments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voice-based solutions often lack secure authentication and accuracy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interaction is time-consuming and inconvenient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secure, voice-driven communication system for efficient email and messaging management</a:t>
            </a:r>
          </a:p>
        </p:txBody>
      </p:sp>
    </p:spTree>
    <p:extLst>
      <p:ext uri="{BB962C8B-B14F-4D97-AF65-F5344CB8AC3E}">
        <p14:creationId xmlns:p14="http://schemas.microsoft.com/office/powerpoint/2010/main" val="157282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0"/>
            <a:ext cx="7704667" cy="184354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06988C-60E1-AD83-4A47-1917F9121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662" y="2225235"/>
            <a:ext cx="7089621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and messaging assistant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hands-free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and secure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system using voice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453944" cy="1254240"/>
          </a:xfrm>
        </p:spPr>
        <p:txBody>
          <a:bodyPr/>
          <a:lstStyle/>
          <a:p>
            <a:r>
              <a:rPr dirty="0"/>
              <a:t>Objectives of the Project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024FB4-0006-8774-FB35-8CC68F7BD0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5" y="1773098"/>
            <a:ext cx="7453944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voice-controlled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email and messaging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hands-free interaction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speech recognition and text-to-speech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credentials and facial recognition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process and execute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 accurately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securely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database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follow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 and maintainability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545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2659"/>
            <a:ext cx="7704667" cy="491612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email and messaging operations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interaction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speech recognition and text-to-speech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credentials and facial recognition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basic email functionality (planned for Milestone 2)Allow voice-based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 and preferences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retrieve data securely using a database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system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D9F5-79BF-DF24-BB5F-800C44AA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2"/>
            <a:ext cx="7079827" cy="40385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1: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744E9-E978-414D-8833-619F61FD5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2039" y="746687"/>
            <a:ext cx="4351021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Setup &amp; Voice Interface (Weeks 1–2)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Name: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&amp; Messaging Assistant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 recognition &amp; basic communication flow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voice interaction module for email &amp; messaging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&amp; messaging service integration (Milestone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EB69D-3702-5B12-2D48-820CAD62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60" y="1318260"/>
            <a:ext cx="3337560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3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F2C6-A4ED-18F4-4E72-1885D0B1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617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Deliverables - Complete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B3606D-35A0-0BE8-EF03-4D5DB6739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0039" y="1481477"/>
            <a:ext cx="296000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input (STT)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output (TTS)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Facial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 setup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voice command 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initial testing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D20AA9-8F07-CE53-2CA4-F13133A0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40" y="1646206"/>
            <a:ext cx="4617720" cy="39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0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5F86-9BA9-A1D7-B249-EBDDAD0F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263012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Key Achievements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064F09-951F-44FC-E7A9-05300DBE8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5510" y="2125505"/>
            <a:ext cx="333461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voice-based user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secure authentication mechanism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three-tier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foundation for Milestone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F6EC1-49F9-366C-CC8A-962FBB49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97" y="2339339"/>
            <a:ext cx="3463303" cy="37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FF53-C349-AAD2-BF26-AEE8AECF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2891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A63E-E745-E048-29E1-9008CB1A7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39" y="1986116"/>
            <a:ext cx="4598301" cy="4262284"/>
          </a:xfrm>
        </p:spPr>
        <p:txBody>
          <a:bodyPr>
            <a:normAutofit fontScale="925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framework for backend services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Flask-Login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session management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ORM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Password hashing &amp; security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Email sending, reading, and management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Lightweight relational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E5D08-843F-871F-07DC-DC65C3D6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161" y="2305329"/>
            <a:ext cx="3172639" cy="36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2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2333-1975-7D51-4331-AA52B257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569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D8E6-5051-B366-F02B-D831F5109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1" y="540774"/>
            <a:ext cx="4267199" cy="5535561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 structure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Styling and layout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Client-side logic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Speech-to-Text (STT) &amp; Text-to-Speech (TTS)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Face-api.js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Facial authentication (biometric verification)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 integration is planned for Milestone 2.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3B66D-AC66-9311-A17C-A1EEDC0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41" y="1435511"/>
            <a:ext cx="3844413" cy="44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6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29266"/>
            <a:ext cx="7704667" cy="12192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System Architecture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DC18676-2BEF-BAD4-5E88-4BCC9FEAB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885" y="1582994"/>
            <a:ext cx="7343223" cy="3805083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C42A18-BD5B-491B-8CA7-F54777BA5612}"/>
              </a:ext>
            </a:extLst>
          </p:cNvPr>
          <p:cNvSpPr txBox="1"/>
          <p:nvPr/>
        </p:nvSpPr>
        <p:spPr>
          <a:xfrm>
            <a:off x="1622323" y="5388078"/>
            <a:ext cx="672526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1.1  System Architecture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represents the high-level system flow between client, server, database, and external services.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B2B2-C495-2483-F5DA-CF3D5AA8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50086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742182-6383-FA3B-47A8-356C0FD33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198263"/>
              </p:ext>
            </p:extLst>
          </p:nvPr>
        </p:nvGraphicFramePr>
        <p:xfrm>
          <a:off x="982663" y="2310581"/>
          <a:ext cx="7704138" cy="3119778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66152768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0170488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661410564"/>
                    </a:ext>
                  </a:extLst>
                </a:gridCol>
              </a:tblGrid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8102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19414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16109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94973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93490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5421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15505C-14DA-E3DC-5BA3-0F78073A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57468"/>
              </p:ext>
            </p:extLst>
          </p:nvPr>
        </p:nvGraphicFramePr>
        <p:xfrm>
          <a:off x="1327355" y="2015614"/>
          <a:ext cx="6961239" cy="392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413">
                  <a:extLst>
                    <a:ext uri="{9D8B030D-6E8A-4147-A177-3AD203B41FA5}">
                      <a16:colId xmlns:a16="http://schemas.microsoft.com/office/drawing/2014/main" val="2372783308"/>
                    </a:ext>
                  </a:extLst>
                </a:gridCol>
                <a:gridCol w="2320413">
                  <a:extLst>
                    <a:ext uri="{9D8B030D-6E8A-4147-A177-3AD203B41FA5}">
                      <a16:colId xmlns:a16="http://schemas.microsoft.com/office/drawing/2014/main" val="4294590800"/>
                    </a:ext>
                  </a:extLst>
                </a:gridCol>
                <a:gridCol w="2320413">
                  <a:extLst>
                    <a:ext uri="{9D8B030D-6E8A-4147-A177-3AD203B41FA5}">
                      <a16:colId xmlns:a16="http://schemas.microsoft.com/office/drawing/2014/main" val="950617280"/>
                    </a:ext>
                  </a:extLst>
                </a:gridCol>
              </a:tblGrid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525509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user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289773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email (login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58725"/>
                  </a:ext>
                </a:extLst>
              </a:tr>
              <a:tr h="101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password_hash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Encrypted user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52624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display name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9590198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 creation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18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99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B847-D9DB-54B2-3DA5-69EDFCD4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8392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06AF-3166-AC20-10D3-BCB204F1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B1918EB-769E-4E9D-5F33-50B85A02D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037514"/>
              </p:ext>
            </p:extLst>
          </p:nvPr>
        </p:nvGraphicFramePr>
        <p:xfrm>
          <a:off x="982663" y="2310581"/>
          <a:ext cx="7704138" cy="3119778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66152768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0170488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661410564"/>
                    </a:ext>
                  </a:extLst>
                </a:gridCol>
              </a:tblGrid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8102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19414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16109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94973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93490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542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3AD94-79C0-3EE4-AB0B-63DFC2DD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98565"/>
              </p:ext>
            </p:extLst>
          </p:nvPr>
        </p:nvGraphicFramePr>
        <p:xfrm>
          <a:off x="914401" y="1929580"/>
          <a:ext cx="7772401" cy="415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281">
                  <a:extLst>
                    <a:ext uri="{9D8B030D-6E8A-4147-A177-3AD203B41FA5}">
                      <a16:colId xmlns:a16="http://schemas.microsoft.com/office/drawing/2014/main" val="2372783308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4294590800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950617280"/>
                    </a:ext>
                  </a:extLst>
                </a:gridCol>
              </a:tblGrid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525509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289773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References User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58725"/>
                  </a:ext>
                </a:extLst>
              </a:tr>
              <a:tr h="7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Preferred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52624"/>
                  </a:ext>
                </a:extLst>
              </a:tr>
              <a:tr h="7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voice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Text-to-speech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623046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voice pitch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Text-to-speech pitch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9590198"/>
                  </a:ext>
                </a:extLst>
              </a:tr>
              <a:tr h="66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face_image_path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Facial image storage path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4015264"/>
                  </a:ext>
                </a:extLst>
              </a:tr>
              <a:tr h="44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Additional user settings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18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071716"/>
            <a:ext cx="7704667" cy="49281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focused on system setup, voice interface implementation, authentication mechanisms, and architectural design. A strong foundation has been established for email and messaging integration in Milestone 2.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6E09-99D3-B839-7924-E8817205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30" y="457200"/>
            <a:ext cx="6764594" cy="4419599"/>
          </a:xfrm>
        </p:spPr>
        <p:txBody>
          <a:bodyPr>
            <a:noAutofit/>
          </a:bodyPr>
          <a:lstStyle/>
          <a:p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2:Core Speech and Email Integration</a:t>
            </a:r>
          </a:p>
        </p:txBody>
      </p:sp>
    </p:spTree>
    <p:extLst>
      <p:ext uri="{BB962C8B-B14F-4D97-AF65-F5344CB8AC3E}">
        <p14:creationId xmlns:p14="http://schemas.microsoft.com/office/powerpoint/2010/main" val="2090520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7313-AC50-3BBF-F7F5-FCE15D6B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4B20A7-33DA-D275-56A0-E8D4C4C00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252" y="2192023"/>
            <a:ext cx="807228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2 focuses on integrating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email services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interact with Gmail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only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 the core functionality of the Voice-Based Email Assistant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hands-free email access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676826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DE22-BB8F-0183-9944-C3599634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823A84-ADEC-A55A-7ED1-8E11587ED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2995" y="2095283"/>
            <a:ext cx="6656438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email systems require manual interaction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visually impaired or physically challenged users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hands-free, voice-controlled email solution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voice systems lack real Gmail integration</a:t>
            </a:r>
          </a:p>
        </p:txBody>
      </p:sp>
    </p:spTree>
    <p:extLst>
      <p:ext uri="{BB962C8B-B14F-4D97-AF65-F5344CB8AC3E}">
        <p14:creationId xmlns:p14="http://schemas.microsoft.com/office/powerpoint/2010/main" val="3882609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C404-7178-BEFD-19C2-6BF31A64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Milestone 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5B333E-282F-A15E-CDF3-0CA1BFB4B6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2116899"/>
            <a:ext cx="7267132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Speech-to-Text for voice commands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Gmail API for real email operations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voice-based email composition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voice-controlled navigation of Inbox, Sent, and Trash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and authenticated email access</a:t>
            </a:r>
          </a:p>
        </p:txBody>
      </p:sp>
    </p:spTree>
    <p:extLst>
      <p:ext uri="{BB962C8B-B14F-4D97-AF65-F5344CB8AC3E}">
        <p14:creationId xmlns:p14="http://schemas.microsoft.com/office/powerpoint/2010/main" val="2770242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7A7D-3D5C-3F8B-C0FA-EB9D90AF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 Capabilities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3B4C2-5F7B-D823-5437-2D16D590C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4" y="1877961"/>
            <a:ext cx="3688190" cy="412185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Inbox using voice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Sent folder using voice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Trash folder using voice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specific emails by number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 email using voice only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or cancel actions using Yes/No commands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1BC299-4615-5EEB-5AC7-265661092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570" y="1877960"/>
            <a:ext cx="4209299" cy="466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87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7F60-FAEE-EEF2-AF70-68F836A6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9317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Reading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E7E42E-7B85-C7F9-9D1B-7E3540E88D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4" y="1413193"/>
            <a:ext cx="7355622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initiates email reading command (e.g., “Open Inbox”)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fetches emails from Gmail using Gmail API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announces the total number of emails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lists emails with sender and subject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an email by voice (e.g., “Read first email”)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reads the email content aloud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continue reading or switch folders using voice commands</a:t>
            </a:r>
          </a:p>
        </p:txBody>
      </p:sp>
    </p:spTree>
    <p:extLst>
      <p:ext uri="{BB962C8B-B14F-4D97-AF65-F5344CB8AC3E}">
        <p14:creationId xmlns:p14="http://schemas.microsoft.com/office/powerpoint/2010/main" val="1471370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7646-B9CE-B4DE-BD41-060F4D1D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Composition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16DA8D-1DBD-2EDB-63CE-CC345D883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2302608"/>
            <a:ext cx="6372396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initiates compose command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requests recipient email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requests subject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requests message content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confirms before sending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is sent through Gmail API</a:t>
            </a:r>
          </a:p>
        </p:txBody>
      </p:sp>
    </p:spTree>
    <p:extLst>
      <p:ext uri="{BB962C8B-B14F-4D97-AF65-F5344CB8AC3E}">
        <p14:creationId xmlns:p14="http://schemas.microsoft.com/office/powerpoint/2010/main" val="595867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9C22-3C49-782E-9A29-A493AC9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 Integration and Database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2CF5D-78F4-52F4-AD58-0B58B910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4" y="2084438"/>
            <a:ext cx="4012653" cy="391537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emails from Inbox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emails from Sent folder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emails using Gmail API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Gmail labels for folder navigation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 are delivered to actual Gmail account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44FE5763-2004-0B10-5A32-BDDDB78BF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6" y="2083786"/>
            <a:ext cx="3362632" cy="45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13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A28C-4E60-890F-5834-AF3CC3A8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1260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400911-EDB9-50C8-E75F-20DBD4E5D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9368" y="1547570"/>
            <a:ext cx="7325032" cy="4451593"/>
          </a:xfrm>
        </p:spPr>
      </p:pic>
    </p:spTree>
    <p:extLst>
      <p:ext uri="{BB962C8B-B14F-4D97-AF65-F5344CB8AC3E}">
        <p14:creationId xmlns:p14="http://schemas.microsoft.com/office/powerpoint/2010/main" val="1030555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EB43-2CA4-2236-35DC-A505CE7F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EA7296-E11F-676E-6DCF-DC3942AFC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0309" y="2281063"/>
            <a:ext cx="5889523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input validation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 sanitization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before sending emails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Graceful handling of invalid commands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accidental email actions</a:t>
            </a:r>
          </a:p>
        </p:txBody>
      </p:sp>
    </p:spTree>
    <p:extLst>
      <p:ext uri="{BB962C8B-B14F-4D97-AF65-F5344CB8AC3E}">
        <p14:creationId xmlns:p14="http://schemas.microsoft.com/office/powerpoint/2010/main" val="768614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2FD7-F347-091D-A7CB-6A6E100D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711D67-AADA-D459-9DA1-25E5EAE39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2411064"/>
            <a:ext cx="6844344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voice with Gmail services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email functionalities achieved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system implemented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advanced AI features in next milestone</a:t>
            </a:r>
          </a:p>
        </p:txBody>
      </p:sp>
    </p:spTree>
    <p:extLst>
      <p:ext uri="{BB962C8B-B14F-4D97-AF65-F5344CB8AC3E}">
        <p14:creationId xmlns:p14="http://schemas.microsoft.com/office/powerpoint/2010/main" val="1076712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467</TotalTime>
  <Words>1102</Words>
  <Application>Microsoft Office PowerPoint</Application>
  <PresentationFormat>On-screen Show (4:3)</PresentationFormat>
  <Paragraphs>208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Corbel</vt:lpstr>
      <vt:lpstr>Times New Roman</vt:lpstr>
      <vt:lpstr>Wingdings</vt:lpstr>
      <vt:lpstr>Parallax</vt:lpstr>
      <vt:lpstr>Voice-Based Email &amp; Messaging Assistant Hands Free Communication </vt:lpstr>
      <vt:lpstr>Presentation Outline</vt:lpstr>
      <vt:lpstr>Execution Timeline - Milestone 1</vt:lpstr>
      <vt:lpstr>Introduction</vt:lpstr>
      <vt:lpstr>Problem Statement </vt:lpstr>
      <vt:lpstr>Aim of the Project </vt:lpstr>
      <vt:lpstr>Objectives of the Project</vt:lpstr>
      <vt:lpstr>Scope of the Project</vt:lpstr>
      <vt:lpstr>Milestone 1: Overview</vt:lpstr>
      <vt:lpstr>Milestone 1 Deliverables - Complete</vt:lpstr>
      <vt:lpstr>Milestone 1 – Key Achievements</vt:lpstr>
      <vt:lpstr>Technology Stack</vt:lpstr>
      <vt:lpstr>Technology Stack </vt:lpstr>
      <vt:lpstr>Initial System Architecture</vt:lpstr>
      <vt:lpstr>Database Design User Table</vt:lpstr>
      <vt:lpstr>Database Design  User Profile Table</vt:lpstr>
      <vt:lpstr>Conclusion</vt:lpstr>
      <vt:lpstr>  Milestone 2:Core Speech and Email Integration</vt:lpstr>
      <vt:lpstr>Milestone 2 – Introduction</vt:lpstr>
      <vt:lpstr>Problem Statement</vt:lpstr>
      <vt:lpstr>Objectives of Milestone 2</vt:lpstr>
      <vt:lpstr>Voice Command Capabilities </vt:lpstr>
      <vt:lpstr>Voice-Based Email Reading Flow</vt:lpstr>
      <vt:lpstr>Voice-Based Email Composition Flow</vt:lpstr>
      <vt:lpstr>Gmail API Integration and Database Flow</vt:lpstr>
      <vt:lpstr>Technologies Used Diagram</vt:lpstr>
      <vt:lpstr>Error Handling &amp; Validation</vt:lpstr>
      <vt:lpstr>Milestone 2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Vedanti Lavekar</dc:creator>
  <cp:keywords/>
  <dc:description>generated using python-pptx</dc:description>
  <cp:lastModifiedBy>Vedanti Lavekar</cp:lastModifiedBy>
  <cp:revision>72</cp:revision>
  <dcterms:created xsi:type="dcterms:W3CDTF">2013-01-27T09:14:16Z</dcterms:created>
  <dcterms:modified xsi:type="dcterms:W3CDTF">2026-01-29T14:58:44Z</dcterms:modified>
  <cp:category/>
</cp:coreProperties>
</file>